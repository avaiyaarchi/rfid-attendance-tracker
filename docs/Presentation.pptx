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45920" y="653760"/>
            <a:ext cx="4955040" cy="181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79680" y="0"/>
            <a:ext cx="306396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4" name="Google Shape;12;p2"/>
          <p:cNvCxnSpPr/>
          <p:nvPr/>
        </p:nvCxnSpPr>
        <p:spPr>
          <a:xfrm>
            <a:off x="450360" y="525240"/>
            <a:ext cx="360" cy="206820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  <p:cxnSp>
        <p:nvCxnSpPr>
          <p:cNvPr id="5" name="Google Shape;13;p2"/>
          <p:cNvCxnSpPr/>
          <p:nvPr/>
        </p:nvCxnSpPr>
        <p:spPr>
          <a:xfrm>
            <a:off x="450360" y="3868560"/>
            <a:ext cx="360" cy="65196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8195040" cy="69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7" name="Google Shape;70;p14"/>
          <p:cNvCxnSpPr/>
          <p:nvPr/>
        </p:nvCxnSpPr>
        <p:spPr>
          <a:xfrm>
            <a:off x="593640" y="464400"/>
            <a:ext cx="360" cy="75600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  <p:cxnSp>
        <p:nvCxnSpPr>
          <p:cNvPr id="8" name="Google Shape;71;p14"/>
          <p:cNvCxnSpPr/>
          <p:nvPr/>
        </p:nvCxnSpPr>
        <p:spPr>
          <a:xfrm>
            <a:off x="3100320" y="2306880"/>
            <a:ext cx="360" cy="263772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65804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20000" y="2840760"/>
            <a:ext cx="4658040" cy="199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3" name="Google Shape;76;p15"/>
          <p:cNvCxnSpPr/>
          <p:nvPr/>
        </p:nvCxnSpPr>
        <p:spPr>
          <a:xfrm>
            <a:off x="450360" y="540360"/>
            <a:ext cx="360" cy="125532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  <p:cxnSp>
        <p:nvCxnSpPr>
          <p:cNvPr id="14" name="Google Shape;77;p15"/>
          <p:cNvCxnSpPr/>
          <p:nvPr/>
        </p:nvCxnSpPr>
        <p:spPr>
          <a:xfrm>
            <a:off x="450360" y="2873520"/>
            <a:ext cx="360" cy="181656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0000" y="228600"/>
            <a:ext cx="56754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Google Shape;111;p20"/>
          <p:cNvSpPr/>
          <p:nvPr/>
        </p:nvSpPr>
        <p:spPr>
          <a:xfrm>
            <a:off x="6168960" y="3906000"/>
            <a:ext cx="274608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34920" y="1510200"/>
            <a:ext cx="7836120" cy="1059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720000" y="444960"/>
            <a:ext cx="1267920" cy="126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9" name="Google Shape;18;p3"/>
          <p:cNvCxnSpPr/>
          <p:nvPr/>
        </p:nvCxnSpPr>
        <p:spPr>
          <a:xfrm>
            <a:off x="593640" y="671400"/>
            <a:ext cx="360" cy="169992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  <p:cxnSp>
        <p:nvCxnSpPr>
          <p:cNvPr id="20" name="Google Shape;19;p3"/>
          <p:cNvCxnSpPr/>
          <p:nvPr/>
        </p:nvCxnSpPr>
        <p:spPr>
          <a:xfrm>
            <a:off x="8771040" y="2924280"/>
            <a:ext cx="360" cy="62064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0" y="4252680"/>
            <a:ext cx="9143640" cy="890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0000" y="1087200"/>
            <a:ext cx="770364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43040" y="657360"/>
            <a:ext cx="4952520" cy="180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7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AttendX</a:t>
            </a:r>
            <a:endParaRPr lang="fr-FR" sz="5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819000" y="3867120"/>
            <a:ext cx="4885920" cy="561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Smart Attendance System using Arduino, RFID, Firebase &amp; Flutter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6" name="Google Shape;132;p27"/>
          <p:cNvPicPr/>
          <p:nvPr/>
        </p:nvPicPr>
        <p:blipFill>
          <a:blip r:embed="rId2"/>
          <a:stretch/>
        </p:blipFill>
        <p:spPr>
          <a:xfrm>
            <a:off x="6079680" y="0"/>
            <a:ext cx="306396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170;p30"/>
          <p:cNvPicPr/>
          <p:nvPr/>
        </p:nvPicPr>
        <p:blipFill>
          <a:blip r:embed="rId2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465732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Introduction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723960" y="2838600"/>
            <a:ext cx="4657320" cy="199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10000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AttendX is a professional, end-to-end solution to automate attendance using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RFID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hardware, cloud storage, and a mobile dashboard.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The system delivers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real-time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attendance capture and centralized management for colleges, improving accuracy and reducing administrative overhead.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laceholder for pic"/>
          <p:cNvPicPr/>
          <p:nvPr/>
        </p:nvPicPr>
        <p:blipFill>
          <a:blip r:embed="rId2"/>
          <a:stretch/>
        </p:blipFill>
        <p:spPr>
          <a:xfrm>
            <a:off x="0" y="4181400"/>
            <a:ext cx="9143640" cy="96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subTitle"/>
          </p:nvPr>
        </p:nvSpPr>
        <p:spPr>
          <a:xfrm>
            <a:off x="581040" y="3019320"/>
            <a:ext cx="7838640" cy="42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buNone/>
            </a:pPr>
            <a:endParaRPr lang="en-US" sz="1400" b="0" u="none" strike="noStrike">
              <a:solidFill>
                <a:schemeClr val="dk1"/>
              </a:solidFill>
              <a:effectLst/>
              <a:uFillTx/>
              <a:latin typeface="DM Sans"/>
              <a:ea typeface="DM San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933480" y="1514520"/>
            <a:ext cx="78386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System Overview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title"/>
          </p:nvPr>
        </p:nvSpPr>
        <p:spPr>
          <a:xfrm>
            <a:off x="723960" y="-1753560"/>
            <a:ext cx="1266480" cy="5669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Inter"/>
              </a:rPr>
              <a:t>01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4" name="Google Shape;181;p31"/>
          <p:cNvPicPr/>
          <p:nvPr/>
        </p:nvPicPr>
        <p:blipFill>
          <a:blip r:embed="rId3"/>
          <a:stretch/>
        </p:blipFill>
        <p:spPr>
          <a:xfrm>
            <a:off x="0" y="4178520"/>
            <a:ext cx="9143640" cy="964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819108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Problem Statement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ubTitle"/>
          </p:nvPr>
        </p:nvSpPr>
        <p:spPr>
          <a:xfrm>
            <a:off x="3352680" y="1571760"/>
            <a:ext cx="5562360" cy="334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Manual attendance is 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time-consuming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and prone to errors. 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Proxy marking and delayed record updates prevent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real-time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tracking and reliable analytics, increasing administrative workload and reducing accountability.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026" name="Picture 2" descr="Problems with Manual Attendance Tracking: Why You Should Change - The  Camelo Blog">
            <a:extLst>
              <a:ext uri="{FF2B5EF4-FFF2-40B4-BE49-F238E27FC236}">
                <a16:creationId xmlns:a16="http://schemas.microsoft.com/office/drawing/2014/main" id="{07B78782-E8E9-DE77-969F-1F667B862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56" y="2750096"/>
            <a:ext cx="2690159" cy="19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Objectives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Automate attendance capture using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RFID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 cards and Arduino hardware.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Store and sync records to Firebase for instant access and analytics.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Provide a Flutter mobile app for dashboards, profiles, and reports, ensuring accuracy and speed.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70;p30"/>
          <p:cNvPicPr/>
          <p:nvPr/>
        </p:nvPicPr>
        <p:blipFill>
          <a:blip r:embed="rId2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465732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Architecture Flow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723960" y="2838600"/>
            <a:ext cx="4657320" cy="199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RFID → Arduino reads UID and sends via serial to a Python middleware.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Python validates and pushes records to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Firebase Realtime Database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which syncs instantly with the Flutter app.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The Flutter app displays dashboards and updates attendance in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real time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for students and admins.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Implementation Details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44" name="image69e84dbdd41af" descr="image69e84dbdd41b5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819108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Hardware Components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3359937" y="1571760"/>
            <a:ext cx="5562360" cy="334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Arduino Uno controls RFID reader and peripherals.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RFID RC522 reads card UIDs; LCD I2C provides user feedback.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Supporting items: push buttons, breadboard, wiring, and power supply for reliable prototyping.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E4E5A8-28E6-ABA6-718E-8A0500C89B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43" y="2765570"/>
            <a:ext cx="2731671" cy="19300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Software Components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Arduino sketches manage UID capture and serial communication.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Python middleware handles serial parsing, validation, and Firebase API updates.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Flutter app provides UI; Firebase configured for realtime sync and authentication for secure access.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49" name="image69e84dbddec86" descr="image69e84dbddec8b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UI &amp; Testing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Design screens: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Login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,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Dashboard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,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Student Profile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, and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Attendance Graph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Test flows: UID scan → database write → app update; validate duplicate prevention and date formatting.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819108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Conclusions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3352680" y="1571760"/>
            <a:ext cx="5562360" cy="334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AttendX automates attendance with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RFID + Firebase + Flutter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delivering faster, accurate records and administrative efficiency.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The solution is scalable, provides real-time insights, and reduces manual errors, ready for further enhancements like face recognition and admin reports.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751968-86FB-4B98-48A1-1246E3AEF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04" y="2233566"/>
            <a:ext cx="2681154" cy="2681154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534871" y="2017752"/>
            <a:ext cx="3561009" cy="1107996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1" u="none" strike="noStrike" dirty="0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Thank you</a:t>
            </a:r>
            <a:endParaRPr lang="fr-FR" sz="6000" b="1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296;p40"/>
          <p:cNvSpPr/>
          <p:nvPr/>
        </p:nvSpPr>
        <p:spPr>
          <a:xfrm>
            <a:off x="6095880" y="4562640"/>
            <a:ext cx="27428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33F258-2F26-28CC-C9FE-63D96E85AB6D}"/>
              </a:ext>
            </a:extLst>
          </p:cNvPr>
          <p:cNvSpPr/>
          <p:nvPr/>
        </p:nvSpPr>
        <p:spPr>
          <a:xfrm>
            <a:off x="6357270" y="3496614"/>
            <a:ext cx="2485623" cy="14553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ret Service by Slidesgo">
  <a:themeElements>
    <a:clrScheme name="Simple Light">
      <a:dk1>
        <a:srgbClr val="FFFFFF"/>
      </a:dk1>
      <a:lt1>
        <a:srgbClr val="000000"/>
      </a:lt1>
      <a:dk2>
        <a:srgbClr val="70707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350</Words>
  <Application>Microsoft Office PowerPoint</Application>
  <PresentationFormat>On-screen Show (16:9)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DM Sans</vt:lpstr>
      <vt:lpstr>Inter</vt:lpstr>
      <vt:lpstr>OpenSymbol</vt:lpstr>
      <vt:lpstr>Symbol</vt:lpstr>
      <vt:lpstr>Wingdings</vt:lpstr>
      <vt:lpstr>Secret Service by Slidesgo</vt:lpstr>
      <vt:lpstr>AttendX</vt:lpstr>
      <vt:lpstr>Introduction</vt:lpstr>
      <vt:lpstr>System Overview</vt:lpstr>
      <vt:lpstr>Problem Statement</vt:lpstr>
      <vt:lpstr>PowerPoint Presentation</vt:lpstr>
      <vt:lpstr>Architecture Flow</vt:lpstr>
      <vt:lpstr>PowerPoint Presentation</vt:lpstr>
      <vt:lpstr>Hardware Components</vt:lpstr>
      <vt:lpstr>PowerPoint Presentation</vt:lpstr>
      <vt:lpstr>PowerPoint Presentation</vt:lpstr>
      <vt:lpstr>Conclusions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Archi</dc:creator>
  <cp:lastModifiedBy>Aarchi Avaiya</cp:lastModifiedBy>
  <cp:revision>1</cp:revision>
  <dcterms:modified xsi:type="dcterms:W3CDTF">2026-04-23T18:00:19Z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2026-04-22T04:25:33Z</dcterms:created>
  <dc:creator>Unknown Creator</dc:creator>
  <dc:description/>
  <dc:language>en-US</dc:language>
  <cp:lastModifiedBy>Unknown Creator</cp:lastModifiedBy>
  <dcterms:modified xsi:type="dcterms:W3CDTF">2026-04-22T04:25:33Z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